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01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0" y="-182880"/>
            <a:ext cx="2834640" cy="2834640"/>
          </a:xfrm>
          <a:prstGeom prst="ellipse">
            <a:avLst/>
          </a:prstGeom>
          <a:solidFill>
            <a:srgbClr val="CDEFFF">
              <a:alpha val="82000"/>
            </a:srgbClr>
          </a:solidFill>
          <a:ln w="12700">
            <a:solidFill>
              <a:srgbClr val="CDE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-457200" y="5303520"/>
            <a:ext cx="2194560" cy="2194560"/>
          </a:xfrm>
          <a:prstGeom prst="ellipse">
            <a:avLst/>
          </a:prstGeom>
          <a:solidFill>
            <a:srgbClr val="E5D9FF">
              <a:alpha val="78000"/>
            </a:srgbClr>
          </a:solidFill>
          <a:ln w="12700">
            <a:solidFill>
              <a:srgbClr val="E5D9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17320"/>
            <a:ext cx="8503920" cy="3063240"/>
          </a:xfrm>
          <a:prstGeom prst="roundRect">
            <a:avLst>
              <a:gd name="adj" fmla="val 477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719072"/>
            <a:ext cx="2331720" cy="274320"/>
          </a:xfrm>
          <a:prstGeom prst="roundRect">
            <a:avLst/>
          </a:prstGeom>
          <a:solidFill>
            <a:srgbClr val="E7F6FE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79B9"/>
                </a:solidFill>
              </a:rPr>
              <a:t>Master Thesis Presentation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084832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Interactive Social Media Federated Recommendation System via Chrome Extension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44B"/>
                </a:solidFill>
              </a:rPr>
              <a:t>Prepared by Odai Atef Atiya Abdelbaky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675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173"/>
                </a:solidFill>
              </a:rPr>
              <a:t>Master of Science in Artificial Intelligence, College of Informatics, Midocean University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39684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6173"/>
                </a:solidFill>
              </a:rPr>
              <a:t>Supervisor: Dr. Ashraf Alsaed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02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Abstract Overview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Social media sites create abundant, ever-growing flows of information.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Current recommendation systems mostly rely on passive behavioral signals such as likes, clicks, scrolling behavior, and dwell time.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These systems lack transparency, limit user autonomy, and offer little information about the actual reasoning behind recommendations.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project showcases an alternative, user-directed recommendation framework delivered as a Chrome extension.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03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03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Problem Definition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primary method for inferring user preferences is to use implicit behavioral signals, but these signals tend to be noisy and easily misinterpreted.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Most mainstream recommendation algorithms are opaque, so users are less likely to trust the algorithm and correct undesired patterns.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Most systems optimize engagement for the platform instead of the goals of users.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Most personalization models require extensive centralized tracking and restrict learned preference profiles to a single platform.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04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04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Proposed Solution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research project attempts to solve this issue via user-directed recommendations through a Chrome extension.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Users explicitly label posts as Recommended or Unwanted, creating clear preference datasets.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 lightweight model that runs locally on the user device learns from user-generated feedback.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proposed system aims to provide a more transparent, private, and less overwhelming experience for users.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05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05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Thesis Objectives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Develop a Chrome extension capable of overlaying annotation buttons on social media posts within supported platforms.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Collect labeled feedback from users to create a personalized training dataset reflecting individual content preferences.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Train and optimize a recommendation model that learns from these annotations to predict which future posts should be highlighted or hidden.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Implement local or lightweight model training to preserve user privacy and minimize data transfer.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Evaluate the system using both quantitative and qualitative metrics.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06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Thesis Contribution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thesis describes a user-centered and privacy-preserving recommendation framework through the implementation of a Chrome extension.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proposed system enables users to provide an explicit recommended or unwanted label to social media posts.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creates a clearer and more transparent preference model than typical implicit-feedback approaches.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Low-Rank Adaptation (LoRA) enables efficient model adaptation on a user device without collecting large amounts of centralized data.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07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07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Thesis Organization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Chapter 1 introduces the research problem, objectives, and contributions.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Chapter 2 reviews recommender systems, social media personalization, browser-based interventions, and LoRA.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Chapter 3 presents the architecture, data collection process, backend API, and database design.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Chapter 4 describes experiments, datasets, evaluation, and results.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Chapter 5 summarizes the findings and future directions.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08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📘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08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Background and Related Work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Prior work shows that conventional recommender systems suffer from scalability issues, cold start problems, and sparse feedback.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Browser-based reranking research shows that extension-based intervention can support practical and ecologically valid experiments.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LoRA has been established as a valid way of adapting large pre-trained models with much lower computational cost.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Federated recommendation literature highlights the balance between personalization, privacy, efficiency, and scalability.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09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◈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09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Proposed Methodology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proposed interactive recommendation system uses explicit user feedback through classifications of recommended and unwanted traffic.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framework has three major components: a Chrome extension, a backend application, and a MySQL database.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Chrome extension identifies visible posts, extracts relevant content, and provides a straightforward annotation interface.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system captures explicit preference signals that can later be used to create personalized recommendations and filtered content.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10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🗄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Data Flow and Label Collection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Each time a user labels a post, the extension pulls relevant text snippets and metadata from the interface.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data includes the content of posts, platform source, a local identifier, the assigned label, and interaction time.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After a user labels the post, the extension sends those records to a back end API.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back end validates and processes the records, then stores them in MySQL.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11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End-to-End Recommendation Framework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Chrome Extension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4944" y="3246120"/>
            <a:ext cx="15727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Overlay labels, post capture, explicit feedback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42032" y="30358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3AEDA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017520" y="23774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82112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Backend API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3824" y="3246120"/>
            <a:ext cx="15727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Validation, training trigger, inference requests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10912" y="30358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3AEDA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5532120" y="23774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96712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MySQL Storage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78424" y="3246120"/>
            <a:ext cx="15727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Posts, labels, users, recommendation data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25512" y="30358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3AEDA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8046720" y="23774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11312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LoRA Model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93024" y="3246120"/>
            <a:ext cx="15727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Personalized recommendation scoring on user data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" y="50749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637F"/>
                </a:solidFill>
              </a:rPr>
              <a:t>Transparent, explicit, and privacy-aware recommendation pipeline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12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Why Explicit Interaction Matters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One significant advantage of this methodology is the identification of explicit user interaction as the means of producing data.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gives more transparency because users are familiar with how the data they provide is generated and used.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It also enhances data quality because the data is derived from intentional and interpretable feedback.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Cross-platform functionality allows a more versatile and comprehensive profile of user preference to be developed.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13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Role of LoRA in the System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approach includes an artificial intelligence component defined by the technique of Low-Rank Adaptation (LoRA).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By collecting labeled posts through the Chrome extension, a supervised dataset becomes available for training or adapting a recommendation model.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LoRA provides an efficient means of fine-tuning compared to retraining a large language or text model.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reduces computational resource requirements and development time for personalized recommendations.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14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Experimental Results and Discussion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system was evaluated by examining both model performance and the correct integration of Model, Backend, and Browser.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Social media posts were classified into two target classes: recommended and unwanted.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Downloaded datasets from Kaggle and ChatGPT-generated user behavior scenarios were used for testing and experimentation.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output was designed to provide recommendation scores, not only hard class labels.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15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🧪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Experimental Setup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environment consisted of a backend API for training and inference, an interactive browser extension, and a machine learning pipeline using LoRA-based personalization.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aim was to create a complete end-to-end recommendation workflow instead of a single isolated classification model.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setup allowed evaluation of the integrated system under realistic conditions.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16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🖥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Hardware Setup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CPU: Apple M4 Pro RAM: 24 GB Operating System: MacOS Tahoe Python Version: 3.9.6 Node.js Version: 24.13.1 Browser for Extension Testing: Google Chrome V146.0.7680.178.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17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Software Stack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backend framework is FastAPI with Uvicorn API runtime server and Python.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Machine learning libraries include PyTorch, Transformers, PEFT, Datasets, Scikit-learn, NumPy, Pandas, and Accelerate.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backend also uses JWT authentication, passlib for password security, SQLAlchemy, and MySQL via PyMySQL.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extension uses Manifest V3, JavaScript, popup-based interaction, content scripts, and chrome.storage.local.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18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Configuration of the Model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 transformer-based sequence classification model with Low-Rank Adaptation (LoRA) was used.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Base model name: xlm-roberta-base.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Training defaults: 3 epochs, batch size 8, learning rate 0.0002, and maximum sequence length 256.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Minimum samples for training: 20.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Maximum posts used at a time: 1000.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User-specific adapter directories allow each user to train and use a separate LoRA adapter.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19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19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Language and Data Preparation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application was designed to support the Arabic language.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ChatGPT was used during the experimental preparation phase to help simulate user preferences and behavior scenarios.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Posts were collected from Kaggle and categorized into Recommended vs Unwanted.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Content categories included entertainment, sports, news, fashion and style, food and cooking, travel, home and decor, relationships, marketing, entrepreneurship, career advice, and industry insights.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20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Data Movement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Data flow between platform backend and mysql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26060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29077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Social Platform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3310128"/>
            <a:ext cx="16276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Visible posts and user actions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23160" y="3145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3AEDA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971800" y="26060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36392" y="29077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Extension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108960" y="3310128"/>
            <a:ext cx="16276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Extracts content and collects labels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83480" y="3145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3AEDA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5532120" y="26060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96712" y="29077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Backend API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669280" y="3310128"/>
            <a:ext cx="16276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Processes data and serves model actions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43800" y="3145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3AEDA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8092440" y="26060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57032" y="29077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MySQL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229600" y="3310128"/>
            <a:ext cx="16276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Stores labeled posts and results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21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Slide 21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Conclusion and Future Work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recommendation framework can surface relevant posts and deprioritize unwanted content.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It provides a transparent alternative to conventional opaque recommendation models.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work combines explicit feedback, lightweight learning, and cross-platform functionality.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526280"/>
          </a:xfrm>
          <a:prstGeom prst="roundRect">
            <a:avLst>
              <a:gd name="adj" fmla="val 2828"/>
            </a:avLst>
          </a:prstGeom>
          <a:solidFill>
            <a:srgbClr val="F4FAFE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691640"/>
            <a:ext cx="475488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Future work can strengthen personalization quality, privacy safeguards, and broader deployment.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28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58A"/>
                </a:solidFill>
              </a:rPr>
              <a:t>22 / 22</a:t>
            </a:r>
            <a:endParaRPr lang="en-US" sz="1100" dirty="0"/>
          </a:p>
        </p:txBody>
      </p:sp>
      <p:pic>
        <p:nvPicPr>
          <p:cNvPr id="4" name="Image 0" descr="/Users/odai/claw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64592"/>
            <a:ext cx="117043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A9F5"/>
          </a:solidFill>
          <a:ln w="12700">
            <a:solidFill>
              <a:srgbClr val="15A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67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A9F5"/>
                </a:solidFill>
              </a:rPr>
              <a:t>Closing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74980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Thank You &amp; Demo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359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Extension Interaction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749040" y="20116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2359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Labeling Posts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" y="3840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API &amp; Database Flow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49040" y="3840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Recommendation Output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960" y="5440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526A"/>
                </a:solidFill>
              </a:rPr>
              <a:t>Presenter: Odai Abdelbaky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315200" y="5074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Midocean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Social Media Federated Recommendation System</dc:title>
  <dc:subject>Thesis Presentation Redesign</dc:subject>
  <dc:creator>OpenClaw</dc:creator>
  <cp:lastModifiedBy>OpenClaw</cp:lastModifiedBy>
  <cp:revision>1</cp:revision>
  <dcterms:created xsi:type="dcterms:W3CDTF">2026-04-24T18:01:41Z</dcterms:created>
  <dcterms:modified xsi:type="dcterms:W3CDTF">2026-04-24T18:01:41Z</dcterms:modified>
</cp:coreProperties>
</file>